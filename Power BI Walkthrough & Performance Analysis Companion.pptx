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111" autoAdjust="0"/>
    <p:restoredTop sz="94660"/>
  </p:normalViewPr>
  <p:slideViewPr>
    <p:cSldViewPr>
      <p:cViewPr>
        <p:scale>
          <a:sx n="30" d="100"/>
          <a:sy n="30" d="100"/>
        </p:scale>
        <p:origin x="-10" y="6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 KUMAR" userId="15f2763ae8a86d68" providerId="LiveId" clId="{F4FEE745-2830-4BCC-9443-9EFB4288FFD2}"/>
    <pc:docChg chg="modSld">
      <pc:chgData name="KARAN KUMAR" userId="15f2763ae8a86d68" providerId="LiveId" clId="{F4FEE745-2830-4BCC-9443-9EFB4288FFD2}" dt="2026-06-03T19:19:19.124" v="1" actId="1036"/>
      <pc:docMkLst>
        <pc:docMk/>
      </pc:docMkLst>
      <pc:sldChg chg="modSp mod">
        <pc:chgData name="KARAN KUMAR" userId="15f2763ae8a86d68" providerId="LiveId" clId="{F4FEE745-2830-4BCC-9443-9EFB4288FFD2}" dt="2026-06-03T19:19:19.124" v="1" actId="1036"/>
        <pc:sldMkLst>
          <pc:docMk/>
          <pc:sldMk cId="0" sldId="257"/>
        </pc:sldMkLst>
        <pc:picChg chg="mod">
          <ac:chgData name="KARAN KUMAR" userId="15f2763ae8a86d68" providerId="LiveId" clId="{F4FEE745-2830-4BCC-9443-9EFB4288FFD2}" dt="2026-06-03T19:19:19.124" v="1" actId="1036"/>
          <ac:picMkLst>
            <pc:docMk/>
            <pc:sldMk cId="0" sldId="257"/>
            <ac:picMk id="25" creationId="{0242AB99-A15D-E794-78C3-BFE47A1B3DC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926673"/>
            <a:ext cx="20080605" cy="558165"/>
          </a:xfrm>
          <a:custGeom>
            <a:avLst/>
            <a:gdLst/>
            <a:ahLst/>
            <a:cxnLst/>
            <a:rect l="l" t="t" r="r" b="b"/>
            <a:pathLst>
              <a:path w="20080605" h="558165">
                <a:moveTo>
                  <a:pt x="20080541" y="557574"/>
                </a:moveTo>
                <a:lnTo>
                  <a:pt x="0" y="55757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57574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7044" y="724842"/>
            <a:ext cx="10721975" cy="751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3D02104-7BC7-7093-FCB9-048F829F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64C9AB-942E-39CB-9450-D959D260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" y="0"/>
            <a:ext cx="20066334" cy="11967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242AB99-A15D-E794-78C3-BFE47A1B3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56147"/>
            <a:ext cx="20110450" cy="11313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E95237DB-9471-4BFB-860E-05D62ABE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2ECC07D-A050-8A8C-444B-86E30E4B6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" y="0"/>
            <a:ext cx="20098418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EB9FB8-75C1-FDEB-E84B-1C2286C5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BD2F87AF-63B5-7D8A-94A3-E72984C2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FD9089-DE65-B954-350E-ADB837BE1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"/>
            <a:ext cx="20104100" cy="1129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3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695361C7-E9B8-B6D8-F5B8-D0FA5438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BCE1E47-CBB0-4764-6156-E9E37DFB6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" y="0"/>
            <a:ext cx="20094408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124FB62-14DF-DB9F-259E-58AB3792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1BDDB6-A91D-BF2F-B364-D12E598C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" y="-4178"/>
            <a:ext cx="20090397" cy="11313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Karan</dc:creator>
  <cp:lastModifiedBy>KARAN KUMAR</cp:lastModifiedBy>
  <cp:revision>5</cp:revision>
  <dcterms:created xsi:type="dcterms:W3CDTF">2026-06-03T15:23:15Z</dcterms:created>
  <dcterms:modified xsi:type="dcterms:W3CDTF">2026-06-03T19:19:28Z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2026-06-03T00:00:00Z</vt:filetime>
  </property>
  <property fmtid="{D5CDD505-2E9C-101B-9397-08002B2CF9AE}" pid="4" name="LastSaved">
    <vt:filetime>2026-06-03T00:00:00Z</vt:filetime>
  </property>
</Properties>
</file>